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16" r:id="rId4"/>
    <p:sldMasterId id="2147483839" r:id="rId5"/>
  </p:sldMasterIdLst>
  <p:notesMasterIdLst>
    <p:notesMasterId r:id="rId13"/>
  </p:notesMasterIdLst>
  <p:handoutMasterIdLst>
    <p:handoutMasterId r:id="rId14"/>
  </p:handoutMasterIdLst>
  <p:sldIdLst>
    <p:sldId id="2147477424" r:id="rId6"/>
    <p:sldId id="2147477448" r:id="rId7"/>
    <p:sldId id="2147477449" r:id="rId8"/>
    <p:sldId id="2147477450" r:id="rId9"/>
    <p:sldId id="2147477451" r:id="rId10"/>
    <p:sldId id="2147477452" r:id="rId11"/>
    <p:sldId id="2147477453" r:id="rId12"/>
  </p:sldIdLst>
  <p:sldSz cx="18288000" cy="10287000"/>
  <p:notesSz cx="6858000" cy="9144000"/>
  <p:embeddedFontLst>
    <p:embeddedFont>
      <p:font typeface="Anova Bold" panose="020B0604020202020204" charset="0"/>
      <p:bold r:id="rId15"/>
      <p:boldItalic r:id="rId16"/>
    </p:embeddedFont>
    <p:embeddedFont>
      <p:font typeface="Anova Light" panose="020B0604020202020204" charset="0"/>
      <p:regular r:id="rId17"/>
      <p:italic r:id="rId18"/>
    </p:embeddedFont>
  </p:embeddedFontLst>
  <p:custDataLst>
    <p:tags r:id="rId19"/>
  </p:custDataLst>
  <p:defaultTextStyle>
    <a:defPPr>
      <a:defRPr lang="en-US"/>
    </a:defPPr>
    <a:lvl1pPr marL="0" algn="l" defTabSz="914400" rtl="0" eaLnBrk="1" latinLnBrk="0" hangingPunct="1">
      <a:defRPr sz="3600" kern="1200">
        <a:solidFill>
          <a:schemeClr val="tx1"/>
        </a:solidFill>
        <a:latin typeface="+mn-lt"/>
        <a:ea typeface="+mn-ea"/>
        <a:cs typeface="+mn-cs"/>
      </a:defRPr>
    </a:lvl1pPr>
    <a:lvl2pPr marL="914400" algn="l" defTabSz="914400" rtl="0" eaLnBrk="1" latinLnBrk="0" hangingPunct="1">
      <a:defRPr sz="3600" kern="1200">
        <a:solidFill>
          <a:schemeClr val="tx1"/>
        </a:solidFill>
        <a:latin typeface="+mn-lt"/>
        <a:ea typeface="+mn-ea"/>
        <a:cs typeface="+mn-cs"/>
      </a:defRPr>
    </a:lvl2pPr>
    <a:lvl3pPr marL="1828800" algn="l" defTabSz="914400" rtl="0" eaLnBrk="1" latinLnBrk="0" hangingPunct="1">
      <a:defRPr sz="3600" kern="1200">
        <a:solidFill>
          <a:schemeClr val="tx1"/>
        </a:solidFill>
        <a:latin typeface="+mn-lt"/>
        <a:ea typeface="+mn-ea"/>
        <a:cs typeface="+mn-cs"/>
      </a:defRPr>
    </a:lvl3pPr>
    <a:lvl4pPr marL="2743200" algn="l" defTabSz="914400" rtl="0" eaLnBrk="1" latinLnBrk="0" hangingPunct="1">
      <a:defRPr sz="3600" kern="1200">
        <a:solidFill>
          <a:schemeClr val="tx1"/>
        </a:solidFill>
        <a:latin typeface="+mn-lt"/>
        <a:ea typeface="+mn-ea"/>
        <a:cs typeface="+mn-cs"/>
      </a:defRPr>
    </a:lvl4pPr>
    <a:lvl5pPr marL="3657600" algn="l" defTabSz="914400" rtl="0" eaLnBrk="1" latinLnBrk="0" hangingPunct="1">
      <a:defRPr sz="3600" kern="1200">
        <a:solidFill>
          <a:schemeClr val="tx1"/>
        </a:solidFill>
        <a:latin typeface="+mn-lt"/>
        <a:ea typeface="+mn-ea"/>
        <a:cs typeface="+mn-cs"/>
      </a:defRPr>
    </a:lvl5pPr>
    <a:lvl6pPr marL="4572000" algn="l" defTabSz="914400" rtl="0" eaLnBrk="1" latinLnBrk="0" hangingPunct="1">
      <a:defRPr sz="3600" kern="1200">
        <a:solidFill>
          <a:schemeClr val="tx1"/>
        </a:solidFill>
        <a:latin typeface="+mn-lt"/>
        <a:ea typeface="+mn-ea"/>
        <a:cs typeface="+mn-cs"/>
      </a:defRPr>
    </a:lvl6pPr>
    <a:lvl7pPr marL="5486400" algn="l" defTabSz="914400" rtl="0" eaLnBrk="1" latinLnBrk="0" hangingPunct="1">
      <a:defRPr sz="3600" kern="1200">
        <a:solidFill>
          <a:schemeClr val="tx1"/>
        </a:solidFill>
        <a:latin typeface="+mn-lt"/>
        <a:ea typeface="+mn-ea"/>
        <a:cs typeface="+mn-cs"/>
      </a:defRPr>
    </a:lvl7pPr>
    <a:lvl8pPr marL="6400800" algn="l" defTabSz="914400" rtl="0" eaLnBrk="1" latinLnBrk="0" hangingPunct="1">
      <a:defRPr sz="3600" kern="1200">
        <a:solidFill>
          <a:schemeClr val="tx1"/>
        </a:solidFill>
        <a:latin typeface="+mn-lt"/>
        <a:ea typeface="+mn-ea"/>
        <a:cs typeface="+mn-cs"/>
      </a:defRPr>
    </a:lvl8pPr>
    <a:lvl9pPr marL="7315200" algn="l" defTabSz="914400" rtl="0" eaLnBrk="1" latinLnBrk="0" hangingPunct="1">
      <a:defRPr sz="36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9C3829F-2C56-4915-AA34-5F93EE359221}">
          <p14:sldIdLst>
            <p14:sldId id="2147477424"/>
            <p14:sldId id="2147477448"/>
            <p14:sldId id="2147477449"/>
            <p14:sldId id="2147477450"/>
            <p14:sldId id="2147477451"/>
            <p14:sldId id="2147477452"/>
            <p14:sldId id="214747745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708D14-BD54-920F-18BB-8395E60AE589}" name="Alice McClure" initials="AM" userId="S::alice.mcclure@sas.com::6210c489-566a-4639-8da1-84bcfd842f43" providerId="AD"/>
  <p188:author id="{6DFEA739-C4EE-3CDE-94E6-A95954A908DE}" name="Tine Haaber" initials="TH" userId="S::Tine.Haaber@SAS.COM::b28dffea-6139-4081-9090-e82e8f8437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940" y="5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notesMaster" Target="notesMasters/notesMaster1.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font" Target="fonts/font3.fntdata"/><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font" Target="fonts/font1.fntdata"/><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handoutMaster" Target="handoutMasters/handoutMaster1.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spat Panda" userId="4ad8b804-db7b-4a6f-9228-f061c7ae95e8" providerId="ADAL" clId="{2297DFF2-B5C1-482B-82BA-4C25911869EF}"/>
    <pc:docChg chg="undo custSel addSld modSld modSection">
      <pc:chgData name="Saspat Panda" userId="4ad8b804-db7b-4a6f-9228-f061c7ae95e8" providerId="ADAL" clId="{2297DFF2-B5C1-482B-82BA-4C25911869EF}" dt="2024-09-27T08:59:07.947" v="2008" actId="20577"/>
      <pc:docMkLst>
        <pc:docMk/>
      </pc:docMkLst>
      <pc:sldChg chg="modSp mod">
        <pc:chgData name="Saspat Panda" userId="4ad8b804-db7b-4a6f-9228-f061c7ae95e8" providerId="ADAL" clId="{2297DFF2-B5C1-482B-82BA-4C25911869EF}" dt="2024-09-27T07:22:25.175" v="1516" actId="20577"/>
        <pc:sldMkLst>
          <pc:docMk/>
          <pc:sldMk cId="680838034" sldId="2147477424"/>
        </pc:sldMkLst>
      </pc:sldChg>
      <pc:sldChg chg="modSp mod">
        <pc:chgData name="Saspat Panda" userId="4ad8b804-db7b-4a6f-9228-f061c7ae95e8" providerId="ADAL" clId="{2297DFF2-B5C1-482B-82BA-4C25911869EF}" dt="2024-09-27T08:47:31.833" v="1527" actId="20577"/>
        <pc:sldMkLst>
          <pc:docMk/>
          <pc:sldMk cId="3276242430" sldId="2147477448"/>
        </pc:sldMkLst>
      </pc:sldChg>
      <pc:sldChg chg="modSp new mod">
        <pc:chgData name="Saspat Panda" userId="4ad8b804-db7b-4a6f-9228-f061c7ae95e8" providerId="ADAL" clId="{2297DFF2-B5C1-482B-82BA-4C25911869EF}" dt="2024-09-27T07:02:30.627" v="843"/>
        <pc:sldMkLst>
          <pc:docMk/>
          <pc:sldMk cId="453683727" sldId="2147477449"/>
        </pc:sldMkLst>
      </pc:sldChg>
      <pc:sldChg chg="modSp new mod">
        <pc:chgData name="Saspat Panda" userId="4ad8b804-db7b-4a6f-9228-f061c7ae95e8" providerId="ADAL" clId="{2297DFF2-B5C1-482B-82BA-4C25911869EF}" dt="2024-09-27T08:59:07.947" v="2008" actId="20577"/>
        <pc:sldMkLst>
          <pc:docMk/>
          <pc:sldMk cId="3447717831" sldId="2147477450"/>
        </pc:sldMkLst>
      </pc:sldChg>
      <pc:sldChg chg="modSp new mod">
        <pc:chgData name="Saspat Panda" userId="4ad8b804-db7b-4a6f-9228-f061c7ae95e8" providerId="ADAL" clId="{2297DFF2-B5C1-482B-82BA-4C25911869EF}" dt="2024-09-27T08:52:36.035" v="1906" actId="27636"/>
        <pc:sldMkLst>
          <pc:docMk/>
          <pc:sldMk cId="759424559" sldId="2147477451"/>
        </pc:sldMkLst>
      </pc:sldChg>
      <pc:sldChg chg="addSp modSp new mod">
        <pc:chgData name="Saspat Panda" userId="4ad8b804-db7b-4a6f-9228-f061c7ae95e8" providerId="ADAL" clId="{2297DFF2-B5C1-482B-82BA-4C25911869EF}" dt="2024-09-27T07:09:41.245" v="959" actId="20577"/>
        <pc:sldMkLst>
          <pc:docMk/>
          <pc:sldMk cId="1583504889" sldId="2147477452"/>
        </pc:sldMkLst>
      </pc:sldChg>
      <pc:sldChg chg="modSp new mod">
        <pc:chgData name="Saspat Panda" userId="4ad8b804-db7b-4a6f-9228-f061c7ae95e8" providerId="ADAL" clId="{2297DFF2-B5C1-482B-82BA-4C25911869EF}" dt="2024-09-27T08:54:17.884" v="1966" actId="20577"/>
        <pc:sldMkLst>
          <pc:docMk/>
          <pc:sldMk cId="125339198" sldId="2147477453"/>
        </pc:sldMkLst>
      </pc:sldChg>
    </pc:docChg>
  </pc:docChgLst>
  <pc:docChgLst>
    <pc:chgData name="Saspat Panda" userId="4ad8b804-db7b-4a6f-9228-f061c7ae95e8" providerId="ADAL" clId="{57B95D84-164F-4D34-940F-23B2C8EA2686}"/>
    <pc:docChg chg="modSld">
      <pc:chgData name="Saspat Panda" userId="4ad8b804-db7b-4a6f-9228-f061c7ae95e8" providerId="ADAL" clId="{57B95D84-164F-4D34-940F-23B2C8EA2686}" dt="2025-11-25T11:37:32.861" v="1" actId="20577"/>
      <pc:docMkLst>
        <pc:docMk/>
      </pc:docMkLst>
      <pc:sldChg chg="modSp mod">
        <pc:chgData name="Saspat Panda" userId="4ad8b804-db7b-4a6f-9228-f061c7ae95e8" providerId="ADAL" clId="{57B95D84-164F-4D34-940F-23B2C8EA2686}" dt="2025-11-25T11:37:32.861" v="1" actId="20577"/>
        <pc:sldMkLst>
          <pc:docMk/>
          <pc:sldMk cId="680838034" sldId="2147477424"/>
        </pc:sldMkLst>
        <pc:spChg chg="mod">
          <ac:chgData name="Saspat Panda" userId="4ad8b804-db7b-4a6f-9228-f061c7ae95e8" providerId="ADAL" clId="{57B95D84-164F-4D34-940F-23B2C8EA2686}" dt="2025-11-25T11:37:32.861" v="1" actId="20577"/>
          <ac:spMkLst>
            <pc:docMk/>
            <pc:sldMk cId="680838034" sldId="2147477424"/>
            <ac:spMk id="5" creationId="{DC47E997-8B05-0C7D-0CCB-995182C76E77}"/>
          </ac:spMkLst>
        </pc:spChg>
      </pc:sldChg>
    </pc:docChg>
  </pc:docChgLst>
</pc:chgInfo>
</file>

<file path=ppt/handoutMasters/_rels/handout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ags" Target="../tags/tag26.xml"/><Relationship Id="rId1" Type="http://schemas.openxmlformats.org/officeDocument/2006/relationships/theme" Target="../theme/theme4.xml"/><Relationship Id="rId4" Type="http://schemas.openxmlformats.org/officeDocument/2006/relationships/image" Target="../media/image2.sv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01A56FA-0DF4-15B7-A216-DB01CF5CE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CE34E3-7E5C-436A-9E6D-2FFC8FFCFCBF}" type="datetimeFigureOut">
              <a:rPr lang="en-US" smtClean="0">
                <a:latin typeface="Anova Light" panose="020B0403020203020204" pitchFamily="34" charset="0"/>
              </a:rPr>
              <a:t>11/25/2025</a:t>
            </a:fld>
            <a:endParaRPr lang="en-US">
              <a:latin typeface="Anova Light" panose="020B0403020203020204" pitchFamily="34" charset="0"/>
            </a:endParaRPr>
          </a:p>
        </p:txBody>
      </p:sp>
      <p:sp>
        <p:nvSpPr>
          <p:cNvPr id="5" name="Slide Number Placeholder 4">
            <a:extLst>
              <a:ext uri="{FF2B5EF4-FFF2-40B4-BE49-F238E27FC236}">
                <a16:creationId xmlns:a16="http://schemas.microsoft.com/office/drawing/2014/main" id="{BA52EC1A-046B-DC8F-4AAC-4BB03667CCC0}"/>
              </a:ext>
            </a:extLst>
          </p:cNvPr>
          <p:cNvSpPr>
            <a:spLocks noGrp="1"/>
          </p:cNvSpPr>
          <p:nvPr>
            <p:ph type="sldNum" sz="quarter" idx="3"/>
          </p:nvPr>
        </p:nvSpPr>
        <p:spPr>
          <a:xfrm>
            <a:off x="0" y="0"/>
            <a:ext cx="2971800" cy="458787"/>
          </a:xfrm>
          <a:prstGeom prst="rect">
            <a:avLst/>
          </a:prstGeom>
        </p:spPr>
        <p:txBody>
          <a:bodyPr vert="horz" lIns="91440" tIns="45720" rIns="91440" bIns="45720" rtlCol="0" anchor="b"/>
          <a:lstStyle>
            <a:lvl1pPr algn="r">
              <a:defRPr sz="1200"/>
            </a:lvl1pPr>
          </a:lstStyle>
          <a:p>
            <a:pPr algn="l"/>
            <a:fld id="{C4EF46A2-9381-4C51-8277-3C7F2938E9F9}" type="slidenum">
              <a:rPr lang="en-US" smtClean="0">
                <a:latin typeface="Anova Light" panose="020B0403020203020204" pitchFamily="34" charset="0"/>
              </a:rPr>
              <a:pPr algn="l"/>
              <a:t>‹#›</a:t>
            </a:fld>
            <a:endParaRPr lang="en-US">
              <a:latin typeface="Anova Light" panose="020B0403020203020204" pitchFamily="34" charset="0"/>
            </a:endParaRPr>
          </a:p>
        </p:txBody>
      </p:sp>
      <p:sp>
        <p:nvSpPr>
          <p:cNvPr id="2" name="TextBox 4">
            <a:extLst>
              <a:ext uri="{FF2B5EF4-FFF2-40B4-BE49-F238E27FC236}">
                <a16:creationId xmlns:a16="http://schemas.microsoft.com/office/drawing/2014/main" id="{7A8A3785-BF0E-6C8B-8B7B-0521D7696A29}"/>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3F6C63C1-B02C-0586-DDA1-7B0EB003F6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DEF6B2A-6211-F846-C47F-DC10CAA8C891}"/>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accent4"/>
                </a:solidFill>
                <a:latin typeface="Anova Light" panose="020B0403020203020204" pitchFamily="34" charset="0"/>
              </a:rPr>
              <a:t>sas.com</a:t>
            </a:r>
          </a:p>
        </p:txBody>
      </p:sp>
    </p:spTree>
    <p:custDataLst>
      <p:tags r:id="rId2"/>
    </p:custDataLst>
    <p:extLst>
      <p:ext uri="{BB962C8B-B14F-4D97-AF65-F5344CB8AC3E}">
        <p14:creationId xmlns:p14="http://schemas.microsoft.com/office/powerpoint/2010/main" val="2626892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solidFill>
                  <a:schemeClr val="tx1"/>
                </a:solidFill>
                <a:latin typeface="Anova Light" panose="020B0403020203020204" pitchFamily="34" charset="0"/>
              </a:defRPr>
            </a:lvl1pPr>
          </a:lstStyle>
          <a:p>
            <a:fld id="{D46682E9-A1D3-F04F-A14F-ABAA4D2618F2}" type="datetimeFigureOut">
              <a:rPr lang="en-US" smtClean="0"/>
              <a:pPr/>
              <a:t>11/25/2025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4">
            <a:extLst>
              <a:ext uri="{FF2B5EF4-FFF2-40B4-BE49-F238E27FC236}">
                <a16:creationId xmlns:a16="http://schemas.microsoft.com/office/drawing/2014/main" id="{CFAEC8D7-15A6-6F9F-E0B7-CB248431A52A}"/>
              </a:ext>
            </a:extLst>
          </p:cNvPr>
          <p:cNvSpPr txBox="1"/>
          <p:nvPr/>
        </p:nvSpPr>
        <p:spPr>
          <a:xfrm>
            <a:off x="685800" y="8879554"/>
            <a:ext cx="2514600" cy="169277"/>
          </a:xfrm>
          <a:prstGeom prst="rect">
            <a:avLst/>
          </a:prstGeom>
          <a:noFill/>
        </p:spPr>
        <p:txBody>
          <a:bodyPr wrap="square" lIns="0" anchor="b" anchorCtr="0">
            <a:spAutoFit/>
          </a:bodyPr>
          <a:lstStyle/>
          <a:p>
            <a:pPr marL="0" marR="0" lvl="0" indent="0" algn="l" defTabSz="274313" rtl="0" eaLnBrk="0" fontAlgn="auto" latinLnBrk="0" hangingPunct="0">
              <a:lnSpc>
                <a:spcPct val="100000"/>
              </a:lnSpc>
              <a:spcBef>
                <a:spcPts val="0"/>
              </a:spcBef>
              <a:spcAft>
                <a:spcPts val="0"/>
              </a:spcAft>
              <a:buClrTx/>
              <a:buSzTx/>
              <a:buFontTx/>
              <a:buNone/>
              <a:tabLst/>
              <a:defRPr/>
            </a:pPr>
            <a:r>
              <a:rPr kumimoji="0" lang="en-US" sz="500" b="0" i="0" u="none" strike="noStrike" kern="300" cap="none" spc="50" normalizeH="0" baseline="0" noProof="0">
                <a:ln>
                  <a:noFill/>
                </a:ln>
                <a:solidFill>
                  <a:schemeClr val="accent5">
                    <a:lumMod val="60000"/>
                    <a:lumOff val="4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10" name="Slide Number Placeholder 4">
            <a:extLst>
              <a:ext uri="{FF2B5EF4-FFF2-40B4-BE49-F238E27FC236}">
                <a16:creationId xmlns:a16="http://schemas.microsoft.com/office/drawing/2014/main" id="{9DE3AD8C-AE96-943C-8DAF-3D5594863A36}"/>
              </a:ext>
            </a:extLst>
          </p:cNvPr>
          <p:cNvSpPr>
            <a:spLocks noGrp="1"/>
          </p:cNvSpPr>
          <p:nvPr>
            <p:ph type="sldNum" sz="quarter" idx="5"/>
          </p:nvPr>
        </p:nvSpPr>
        <p:spPr>
          <a:xfrm>
            <a:off x="0" y="0"/>
            <a:ext cx="2971800" cy="458787"/>
          </a:xfrm>
          <a:prstGeom prst="rect">
            <a:avLst/>
          </a:prstGeom>
        </p:spPr>
        <p:txBody>
          <a:bodyPr vert="horz" lIns="91440" tIns="45720" rIns="91440" bIns="45720" rtlCol="0" anchor="b"/>
          <a:lstStyle>
            <a:lvl1pPr algn="r">
              <a:defRPr sz="1200" b="0" i="0">
                <a:solidFill>
                  <a:schemeClr val="tx1"/>
                </a:solidFill>
                <a:latin typeface="Anova Light" panose="020B0403020203020204" pitchFamily="34" charset="0"/>
              </a:defRPr>
            </a:lvl1pPr>
          </a:lstStyle>
          <a:p>
            <a:pPr algn="l"/>
            <a:fld id="{C4EF46A2-9381-4C51-8277-3C7F2938E9F9}" type="slidenum">
              <a:rPr lang="en-US" smtClean="0"/>
              <a:pPr algn="l"/>
              <a:t>‹#›</a:t>
            </a:fld>
            <a:endParaRPr lang="en-US"/>
          </a:p>
        </p:txBody>
      </p:sp>
      <p:pic>
        <p:nvPicPr>
          <p:cNvPr id="2" name="Picture 6">
            <a:extLst>
              <a:ext uri="{FF2B5EF4-FFF2-40B4-BE49-F238E27FC236}">
                <a16:creationId xmlns:a16="http://schemas.microsoft.com/office/drawing/2014/main" id="{D7A2D390-EEAD-C632-F276-85D15BA57F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992336" y="8788172"/>
            <a:ext cx="627951" cy="260659"/>
          </a:xfrm>
          <a:prstGeom prst="rect">
            <a:avLst/>
          </a:prstGeom>
        </p:spPr>
      </p:pic>
      <p:sp>
        <p:nvSpPr>
          <p:cNvPr id="6" name="TextBox 2">
            <a:extLst>
              <a:ext uri="{FF2B5EF4-FFF2-40B4-BE49-F238E27FC236}">
                <a16:creationId xmlns:a16="http://schemas.microsoft.com/office/drawing/2014/main" id="{F607DE50-086C-7432-5C71-ADF401D86D53}"/>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a:solidFill>
                  <a:schemeClr val="tx1"/>
                </a:solidFill>
                <a:latin typeface="Anova Light" panose="020B0403020203020204" pitchFamily="34" charset="0"/>
              </a:rPr>
              <a:t>sas.com</a:t>
            </a:r>
          </a:p>
        </p:txBody>
      </p:sp>
    </p:spTree>
    <p:extLst>
      <p:ext uri="{BB962C8B-B14F-4D97-AF65-F5344CB8AC3E}">
        <p14:creationId xmlns:p14="http://schemas.microsoft.com/office/powerpoint/2010/main" val="3625376775"/>
      </p:ext>
    </p:extLst>
  </p:cSld>
  <p:clrMap bg1="lt1" tx1="dk1" bg2="lt2" tx2="dk2" accent1="accent1" accent2="accent2" accent3="accent3" accent4="accent4" accent5="accent5" accent6="accent6" hlink="hlink" folHlink="folHlink"/>
  <p:notesStyle>
    <a:lvl1pPr marL="342900" indent="-342900" algn="l" defTabSz="1828800" rtl="0" eaLnBrk="1" latinLnBrk="0" hangingPunct="1">
      <a:buClr>
        <a:schemeClr val="accent5"/>
      </a:buClr>
      <a:buFont typeface="Anova Light" panose="020B0403020203020204" pitchFamily="34" charset="0"/>
      <a:buChar char="•"/>
      <a:defRPr sz="2400" b="0" i="0" kern="1200">
        <a:solidFill>
          <a:schemeClr val="tx1"/>
        </a:solidFill>
        <a:latin typeface="+mn-lt"/>
        <a:ea typeface="+mn-ea"/>
        <a:cs typeface="+mn-cs"/>
      </a:defRPr>
    </a:lvl1pPr>
    <a:lvl2pPr marL="1257300" indent="-342900" algn="l" defTabSz="1828800" rtl="0" eaLnBrk="1" latinLnBrk="0" hangingPunct="1">
      <a:buClr>
        <a:schemeClr val="accent5"/>
      </a:buClr>
      <a:buFont typeface="Anova Light" panose="020B0403020203020204" pitchFamily="34" charset="0"/>
      <a:buChar char="–"/>
      <a:defRPr sz="2000" b="0" i="0" kern="1200">
        <a:solidFill>
          <a:schemeClr val="tx1"/>
        </a:solidFill>
        <a:latin typeface="+mn-lt"/>
        <a:ea typeface="+mn-ea"/>
        <a:cs typeface="+mn-cs"/>
      </a:defRPr>
    </a:lvl2pPr>
    <a:lvl3pPr marL="2171700" indent="-342900" algn="l" defTabSz="1828800" rtl="0" eaLnBrk="1" latinLnBrk="0" hangingPunct="1">
      <a:buClr>
        <a:schemeClr val="accent5"/>
      </a:buClr>
      <a:buFont typeface="Anova Light" panose="020B0403020203020204" pitchFamily="34" charset="0"/>
      <a:buChar char="•"/>
      <a:defRPr sz="1800" b="0" i="0" kern="1200">
        <a:solidFill>
          <a:schemeClr val="tx1"/>
        </a:solidFill>
        <a:latin typeface="+mn-lt"/>
        <a:ea typeface="+mn-ea"/>
        <a:cs typeface="+mn-cs"/>
      </a:defRPr>
    </a:lvl3pPr>
    <a:lvl4pPr marL="3086100" indent="-342900" algn="l" defTabSz="1828800" rtl="0" eaLnBrk="1" latinLnBrk="0" hangingPunct="1">
      <a:buClr>
        <a:schemeClr val="accent5"/>
      </a:buClr>
      <a:buFont typeface="Anova Light" panose="020B0403020203020204" pitchFamily="34" charset="0"/>
      <a:buChar char="–"/>
      <a:defRPr sz="1600" b="0" i="0" kern="1200">
        <a:solidFill>
          <a:schemeClr val="tx1"/>
        </a:solidFill>
        <a:latin typeface="+mn-lt"/>
        <a:ea typeface="+mn-ea"/>
        <a:cs typeface="+mn-cs"/>
      </a:defRPr>
    </a:lvl4pPr>
    <a:lvl5pPr marL="4000500" indent="-342900" algn="l" defTabSz="1828800" rtl="0" eaLnBrk="1" latinLnBrk="0" hangingPunct="1">
      <a:buClr>
        <a:schemeClr val="accent5"/>
      </a:buClr>
      <a:buFont typeface="Anova Light" panose="020B0403020203020204" pitchFamily="34" charset="0"/>
      <a:buChar char="•"/>
      <a:defRPr sz="1400" b="0" i="0" kern="1200">
        <a:solidFill>
          <a:schemeClr val="tx1"/>
        </a:solidFill>
        <a:latin typeface="+mn-lt"/>
        <a:ea typeface="+mn-ea"/>
        <a:cs typeface="+mn-cs"/>
      </a:defRPr>
    </a:lvl5pPr>
    <a:lvl6pPr marL="4572000" algn="l" defTabSz="1828800" rtl="0" eaLnBrk="1" latinLnBrk="0" hangingPunct="1">
      <a:defRPr sz="2400" kern="1200">
        <a:solidFill>
          <a:schemeClr val="tx1"/>
        </a:solidFill>
        <a:latin typeface="+mn-lt"/>
        <a:ea typeface="+mn-ea"/>
        <a:cs typeface="+mn-cs"/>
      </a:defRPr>
    </a:lvl6pPr>
    <a:lvl7pPr marL="5486400" algn="l" defTabSz="1828800" rtl="0" eaLnBrk="1" latinLnBrk="0" hangingPunct="1">
      <a:defRPr sz="2400" kern="1200">
        <a:solidFill>
          <a:schemeClr val="tx1"/>
        </a:solidFill>
        <a:latin typeface="+mn-lt"/>
        <a:ea typeface="+mn-ea"/>
        <a:cs typeface="+mn-cs"/>
      </a:defRPr>
    </a:lvl7pPr>
    <a:lvl8pPr marL="6400800" algn="l" defTabSz="1828800" rtl="0" eaLnBrk="1" latinLnBrk="0" hangingPunct="1">
      <a:defRPr sz="2400" kern="1200">
        <a:solidFill>
          <a:schemeClr val="tx1"/>
        </a:solidFill>
        <a:latin typeface="+mn-lt"/>
        <a:ea typeface="+mn-ea"/>
        <a:cs typeface="+mn-cs"/>
      </a:defRPr>
    </a:lvl8pPr>
    <a:lvl9pPr marL="7315200" algn="l" defTabSz="1828800" rtl="0" eaLnBrk="1" latinLnBrk="0" hangingPunct="1">
      <a:defRPr sz="24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7.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2.xml"/><Relationship Id="rId1" Type="http://schemas.openxmlformats.org/officeDocument/2006/relationships/tags" Target="../tags/tag16.xml"/><Relationship Id="rId4"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7.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8.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9.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0.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1" y="2927508"/>
            <a:ext cx="15778269"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1" y="4220170"/>
            <a:ext cx="15778269"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7F487846-7C90-09E0-AF50-CA2DB82BFEFD}"/>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284189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BBE5A171-53B6-5D64-1680-262B90DACFE5}"/>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27780B26-6E86-E2AF-35C7-7B8BF24892A1}"/>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93521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986120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898903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865146"/>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902331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865145"/>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041057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4121700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38121799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50615BBA-3709-50D7-A61C-9CF9B79E7B6F}"/>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30268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48427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
        <p:nvSpPr>
          <p:cNvPr id="3" name="TextBox 4">
            <a:extLst>
              <a:ext uri="{FF2B5EF4-FFF2-40B4-BE49-F238E27FC236}">
                <a16:creationId xmlns:a16="http://schemas.microsoft.com/office/drawing/2014/main" id="{D68E8285-3BE2-9990-FA54-E6AF741CC812}"/>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2" name="Picture 6">
            <a:extLst>
              <a:ext uri="{FF2B5EF4-FFF2-40B4-BE49-F238E27FC236}">
                <a16:creationId xmlns:a16="http://schemas.microsoft.com/office/drawing/2014/main" id="{9DCBE7B6-1449-C2E2-1508-3F2B78AA27F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421662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F1FD6A3-53F9-5AA7-7099-CFD8CF29E43C}"/>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2927508"/>
            <a:ext cx="15782544"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Slideshow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4220170"/>
            <a:ext cx="15782544" cy="923330"/>
          </a:xfrm>
        </p:spPr>
        <p:txBody>
          <a:bodyPr wrap="square">
            <a:noAutofit/>
          </a:bodyPr>
          <a:lstStyle>
            <a:lvl1pPr marL="0" indent="0">
              <a:lnSpc>
                <a:spcPct val="100000"/>
              </a:lnSpc>
              <a:spcBef>
                <a:spcPts val="600"/>
              </a:spcBef>
              <a:buNone/>
              <a:defRPr sz="4800">
                <a:solidFill>
                  <a:schemeClr val="accent3"/>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Slideshow Subtitle</a:t>
            </a:r>
          </a:p>
        </p:txBody>
      </p:sp>
      <p:sp>
        <p:nvSpPr>
          <p:cNvPr id="16" name="Text Placeholder 15">
            <a:extLst>
              <a:ext uri="{FF2B5EF4-FFF2-40B4-BE49-F238E27FC236}">
                <a16:creationId xmlns:a16="http://schemas.microsoft.com/office/drawing/2014/main" id="{30273A50-3E84-0E24-0D4A-64F939D590FA}"/>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Presenter Info</a:t>
            </a:r>
          </a:p>
        </p:txBody>
      </p:sp>
      <p:sp>
        <p:nvSpPr>
          <p:cNvPr id="2" name="TextBox 4">
            <a:extLst>
              <a:ext uri="{FF2B5EF4-FFF2-40B4-BE49-F238E27FC236}">
                <a16:creationId xmlns:a16="http://schemas.microsoft.com/office/drawing/2014/main" id="{B30C0FC0-2C2C-10CE-0594-84811DEFE33B}"/>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3073428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3850838"/>
            <a:ext cx="12123722" cy="1292662"/>
          </a:xfrm>
          <a:prstGeom prst="rect">
            <a:avLst/>
          </a:prstGeom>
        </p:spPr>
        <p:txBody>
          <a:bodyPr vert="horz" wrap="square" lIns="0" tIns="0" rIns="0" bIns="182880" rtlCol="0" anchor="b" anchorCtr="0">
            <a:spAutoFit/>
          </a:bodyPr>
          <a:lstStyle>
            <a:lvl1pPr>
              <a:lnSpc>
                <a:spcPct val="100000"/>
              </a:lnSpc>
              <a:spcBef>
                <a:spcPts val="600"/>
              </a:spcBef>
              <a:defRPr sz="720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1252432" y="5342753"/>
            <a:ext cx="12123722" cy="923330"/>
          </a:xfrm>
        </p:spPr>
        <p:txBody>
          <a:bodyPr wrap="square" anchor="t" anchorCtr="0">
            <a:noAutofit/>
          </a:bodyPr>
          <a:lstStyle>
            <a:lvl1pPr marL="0" indent="0">
              <a:lnSpc>
                <a:spcPct val="100000"/>
              </a:lnSpc>
              <a:spcBef>
                <a:spcPts val="600"/>
              </a:spcBef>
              <a:buNone/>
              <a:defRPr sz="4800">
                <a:solidFill>
                  <a:schemeClr val="bg1"/>
                </a:solidFill>
              </a:defRPr>
            </a:lvl1pPr>
            <a:lvl2pPr marL="365760" indent="0">
              <a:buNone/>
              <a:defRPr>
                <a:solidFill>
                  <a:schemeClr val="accent3"/>
                </a:solidFill>
              </a:defRPr>
            </a:lvl2pPr>
            <a:lvl3pPr marL="731520" indent="0">
              <a:buNone/>
              <a:defRPr>
                <a:solidFill>
                  <a:schemeClr val="accent3"/>
                </a:solidFill>
              </a:defRPr>
            </a:lvl3pPr>
            <a:lvl4pPr marL="2057400" indent="0">
              <a:buNone/>
              <a:defRPr>
                <a:solidFill>
                  <a:schemeClr val="accent3"/>
                </a:solidFill>
              </a:defRPr>
            </a:lvl4pPr>
            <a:lvl5pPr marL="2743200" indent="0">
              <a:buNone/>
              <a:defRPr>
                <a:solidFill>
                  <a:schemeClr val="accent3"/>
                </a:solidFill>
              </a:defRPr>
            </a:lvl5pPr>
          </a:lstStyle>
          <a:p>
            <a:pPr lvl="0"/>
            <a:r>
              <a:rPr lang="en-US"/>
              <a:t>Click to Add Section Subtitle</a:t>
            </a:r>
          </a:p>
        </p:txBody>
      </p:sp>
      <p:sp>
        <p:nvSpPr>
          <p:cNvPr id="2" name="TextBox 4">
            <a:extLst>
              <a:ext uri="{FF2B5EF4-FFF2-40B4-BE49-F238E27FC236}">
                <a16:creationId xmlns:a16="http://schemas.microsoft.com/office/drawing/2014/main" id="{D4FEAADD-6A43-A3AD-C613-62CE351F345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lumMod val="20000"/>
                    <a:lumOff val="80000"/>
                  </a:schemeClr>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3" name="Picture 6">
            <a:extLst>
              <a:ext uri="{FF2B5EF4-FFF2-40B4-BE49-F238E27FC236}">
                <a16:creationId xmlns:a16="http://schemas.microsoft.com/office/drawing/2014/main" id="{D65EAAE1-A5CA-D245-874C-7FB6F8D56FAA}"/>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6826158" y="9516543"/>
            <a:ext cx="1112812" cy="461922"/>
          </a:xfrm>
          <a:prstGeom prst="rect">
            <a:avLst/>
          </a:prstGeom>
        </p:spPr>
      </p:pic>
    </p:spTree>
    <p:custDataLst>
      <p:tags r:id="rId1"/>
    </p:custDataLst>
    <p:extLst>
      <p:ext uri="{BB962C8B-B14F-4D97-AF65-F5344CB8AC3E}">
        <p14:creationId xmlns:p14="http://schemas.microsoft.com/office/powerpoint/2010/main" val="3397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1257300" y="710304"/>
            <a:ext cx="15773400" cy="775596"/>
          </a:xfrm>
          <a:prstGeom prst="rect">
            <a:avLst/>
          </a:prstGeom>
        </p:spPr>
        <p:txBody>
          <a:bodyPr vert="horz"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3920883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a:solidFill>
                  <a:schemeClr val="accent5"/>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735123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1257300" y="2400300"/>
            <a:ext cx="15773400" cy="6444273"/>
          </a:xfrm>
          <a:prstGeom prst="rect">
            <a:avLst/>
          </a:prstGeom>
        </p:spPr>
        <p:txBody>
          <a:bodyPr vert="horz" lIns="0" tIns="0" rIns="0" bIns="0" rtlCol="0">
            <a:normAutofit/>
          </a:bodyPr>
          <a:lstStyle>
            <a:lvl1pPr>
              <a:defRPr sz="3600"/>
            </a:lvl1pPr>
            <a:lvl2pPr>
              <a:defRPr sz="2800"/>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accent1"/>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4215817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a:solidFill>
                  <a:schemeClr val="accent5"/>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1257299" y="2400300"/>
            <a:ext cx="7741846"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9288856" y="2400300"/>
            <a:ext cx="7741848" cy="6444273"/>
          </a:xfrm>
          <a:prstGeom prst="rect">
            <a:avLst/>
          </a:prstGeom>
        </p:spPr>
        <p:txBody>
          <a:bodyPr vert="horz" lIns="0" tIns="0" rIns="0" bIns="0" rtlCol="0">
            <a:normAutofit/>
          </a:bodyPr>
          <a:lstStyle>
            <a:lvl1pPr>
              <a:defRPr sz="3600"/>
            </a:lvl1pPr>
            <a:lvl2pPr>
              <a:defRPr sz="2800">
                <a:latin typeface="+mn-lt"/>
              </a:defRPr>
            </a:lvl2pPr>
            <a:lvl3pPr>
              <a:defRPr sz="24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1257300" y="1562100"/>
            <a:ext cx="15773400" cy="549382"/>
          </a:xfrm>
          <a:prstGeom prst="rect">
            <a:avLst/>
          </a:prstGeom>
        </p:spPr>
        <p:txBody>
          <a:bodyPr anchor="t">
            <a:norm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25742539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1257300" y="4367905"/>
            <a:ext cx="4428276" cy="1551194"/>
          </a:xfrm>
          <a:prstGeom prst="rect">
            <a:avLst/>
          </a:prstGeom>
        </p:spPr>
        <p:txBody>
          <a:bodyPr vert="horz" wrap="square" lIns="0" tIns="0" rIns="0" bIns="0" rtlCol="0" anchor="ctr">
            <a:spAutoFit/>
          </a:bodyPr>
          <a:lstStyle/>
          <a:p>
            <a:r>
              <a:rPr lang="en-US"/>
              <a:t>Click to Add Slide Title</a:t>
            </a:r>
          </a:p>
        </p:txBody>
      </p:sp>
    </p:spTree>
    <p:custDataLst>
      <p:tags r:id="rId1"/>
    </p:custDataLst>
    <p:extLst>
      <p:ext uri="{BB962C8B-B14F-4D97-AF65-F5344CB8AC3E}">
        <p14:creationId xmlns:p14="http://schemas.microsoft.com/office/powerpoint/2010/main" val="306918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1257299" y="5920995"/>
            <a:ext cx="5004350" cy="549382"/>
          </a:xfrm>
          <a:prstGeom prst="rect">
            <a:avLst/>
          </a:prstGeom>
        </p:spPr>
        <p:txBody>
          <a:bodyPr wrap="square" anchor="t">
            <a:noAutofit/>
          </a:bodyPr>
          <a:lstStyle>
            <a:lvl1pPr marL="0" indent="0" algn="l">
              <a:buNone/>
              <a:defRPr>
                <a:solidFill>
                  <a:schemeClr val="bg2"/>
                </a:solidFill>
              </a:defRPr>
            </a:lvl1pPr>
            <a:lvl2pPr marL="365760" indent="0">
              <a:buNone/>
              <a:defRPr/>
            </a:lvl2pPr>
            <a:lvl3pPr marL="731520" indent="0">
              <a:buNone/>
              <a:defRPr/>
            </a:lvl3pPr>
            <a:lvl4pPr marL="2057400" indent="0">
              <a:buNone/>
              <a:defRPr/>
            </a:lvl4pPr>
            <a:lvl5pPr marL="2743200" indent="0">
              <a:buNone/>
              <a:defRPr/>
            </a:lvl5pPr>
          </a:lstStyle>
          <a:p>
            <a:pPr lvl="0"/>
            <a:r>
              <a:rPr lang="en-US"/>
              <a:t>Click to Add Subtitle</a:t>
            </a:r>
          </a:p>
        </p:txBody>
      </p:sp>
      <p:sp>
        <p:nvSpPr>
          <p:cNvPr id="3" name="Title 2">
            <a:extLst>
              <a:ext uri="{FF2B5EF4-FFF2-40B4-BE49-F238E27FC236}">
                <a16:creationId xmlns:a16="http://schemas.microsoft.com/office/drawing/2014/main" id="{7B26AFD3-845A-9D0A-335D-AE00D0ADA6A0}"/>
              </a:ext>
            </a:extLst>
          </p:cNvPr>
          <p:cNvSpPr>
            <a:spLocks noGrp="1"/>
          </p:cNvSpPr>
          <p:nvPr>
            <p:ph type="title" hasCustomPrompt="1"/>
          </p:nvPr>
        </p:nvSpPr>
        <p:spPr>
          <a:xfrm>
            <a:off x="1252432" y="4150330"/>
            <a:ext cx="5001768" cy="1554480"/>
          </a:xfrm>
        </p:spPr>
        <p:txBody>
          <a:bodyPr vert="horz" wrap="square" lIns="0" tIns="0" rIns="0" bIns="0" rtlCol="0" anchor="b" anchorCtr="0">
            <a:spAutoFit/>
          </a:bodyPr>
          <a:lstStyle>
            <a:lvl1pPr>
              <a:defRPr lang="en-US"/>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145482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1252432" y="4497169"/>
            <a:ext cx="13063133" cy="1292662"/>
          </a:xfrm>
          <a:prstGeom prst="rect">
            <a:avLst/>
          </a:prstGeom>
        </p:spPr>
        <p:txBody>
          <a:bodyPr vert="horz" wrap="square" lIns="0" tIns="0" rIns="0" bIns="182880" rtlCol="0" anchor="ctr" anchorCtr="0">
            <a:spAutoFit/>
          </a:bodyPr>
          <a:lstStyle>
            <a:lvl1pPr>
              <a:lnSpc>
                <a:spcPct val="100000"/>
              </a:lnSpc>
              <a:spcBef>
                <a:spcPts val="600"/>
              </a:spcBef>
              <a:defRPr sz="7200">
                <a:solidFill>
                  <a:schemeClr val="bg1"/>
                </a:solidFill>
              </a:defRPr>
            </a:lvl1pPr>
          </a:lstStyle>
          <a:p>
            <a:r>
              <a:rPr lang="en-US"/>
              <a:t>Click to Add Slideshow Closing</a:t>
            </a:r>
          </a:p>
        </p:txBody>
      </p:sp>
      <p:pic>
        <p:nvPicPr>
          <p:cNvPr id="9" name="Picture 8">
            <a:extLst>
              <a:ext uri="{FF2B5EF4-FFF2-40B4-BE49-F238E27FC236}">
                <a16:creationId xmlns:a16="http://schemas.microsoft.com/office/drawing/2014/main" id="{F6D7352C-47D5-1179-1891-95A57F7DA1B0}"/>
              </a:ext>
            </a:extLst>
          </p:cNvPr>
          <p:cNvPicPr>
            <a:picLocks noChangeAspect="1"/>
          </p:cNvPicPr>
          <p:nvPr userDrawn="1"/>
        </p:nvPicPr>
        <p:blipFill>
          <a:blip r:embed="rId3"/>
          <a:stretch>
            <a:fillRect/>
          </a:stretch>
        </p:blipFill>
        <p:spPr>
          <a:xfrm>
            <a:off x="14463799" y="8276976"/>
            <a:ext cx="2566902" cy="1057524"/>
          </a:xfrm>
          <a:prstGeom prst="rect">
            <a:avLst/>
          </a:prstGeom>
        </p:spPr>
      </p:pic>
      <p:sp>
        <p:nvSpPr>
          <p:cNvPr id="2" name="Text Placeholder 15">
            <a:extLst>
              <a:ext uri="{FF2B5EF4-FFF2-40B4-BE49-F238E27FC236}">
                <a16:creationId xmlns:a16="http://schemas.microsoft.com/office/drawing/2014/main" id="{2F6DB731-09D4-08B5-8614-68F3501B51F7}"/>
              </a:ext>
            </a:extLst>
          </p:cNvPr>
          <p:cNvSpPr>
            <a:spLocks noGrp="1"/>
          </p:cNvSpPr>
          <p:nvPr>
            <p:ph type="body" sz="quarter" idx="11" hasCustomPrompt="1"/>
          </p:nvPr>
        </p:nvSpPr>
        <p:spPr>
          <a:xfrm>
            <a:off x="1252432" y="8276977"/>
            <a:ext cx="12123722" cy="1057522"/>
          </a:xfrm>
        </p:spPr>
        <p:txBody>
          <a:bodyPr wrap="square" anchor="ctr" anchorCtr="0">
            <a:noAutofit/>
          </a:bodyPr>
          <a:lstStyle>
            <a:lvl1pPr marL="0" indent="0">
              <a:lnSpc>
                <a:spcPct val="100000"/>
              </a:lnSpc>
              <a:spcBef>
                <a:spcPts val="600"/>
              </a:spcBef>
              <a:buNone/>
              <a:defRPr sz="2800">
                <a:solidFill>
                  <a:schemeClr val="accent3"/>
                </a:solidFill>
              </a:defRPr>
            </a:lvl1pPr>
            <a:lvl2pPr marL="365760" indent="0">
              <a:buNone/>
              <a:defRPr sz="2200">
                <a:solidFill>
                  <a:schemeClr val="accent3"/>
                </a:solidFill>
              </a:defRPr>
            </a:lvl2pPr>
            <a:lvl3pPr marL="731520" indent="0">
              <a:buNone/>
              <a:defRPr sz="2100">
                <a:solidFill>
                  <a:schemeClr val="accent3"/>
                </a:solidFill>
              </a:defRPr>
            </a:lvl3pPr>
            <a:lvl4pPr marL="2057400" indent="0">
              <a:buNone/>
              <a:defRPr sz="2000">
                <a:solidFill>
                  <a:schemeClr val="accent3"/>
                </a:solidFill>
              </a:defRPr>
            </a:lvl4pPr>
            <a:lvl5pPr marL="2743200" indent="0">
              <a:buNone/>
              <a:defRPr sz="2000">
                <a:solidFill>
                  <a:schemeClr val="accent3"/>
                </a:solidFill>
              </a:defRPr>
            </a:lvl5pPr>
          </a:lstStyle>
          <a:p>
            <a:pPr lvl="0"/>
            <a:r>
              <a:rPr lang="en-US"/>
              <a:t>Click to add a website or email</a:t>
            </a:r>
          </a:p>
        </p:txBody>
      </p:sp>
      <p:sp>
        <p:nvSpPr>
          <p:cNvPr id="3" name="TextBox 4">
            <a:extLst>
              <a:ext uri="{FF2B5EF4-FFF2-40B4-BE49-F238E27FC236}">
                <a16:creationId xmlns:a16="http://schemas.microsoft.com/office/drawing/2014/main" id="{F763AC1A-EE13-FF0B-9CAB-4F6421B970D6}"/>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3"/>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Tree>
    <p:custDataLst>
      <p:tags r:id="rId1"/>
    </p:custDataLst>
    <p:extLst>
      <p:ext uri="{BB962C8B-B14F-4D97-AF65-F5344CB8AC3E}">
        <p14:creationId xmlns:p14="http://schemas.microsoft.com/office/powerpoint/2010/main" val="412131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809093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AS - Video Only">
    <p:bg>
      <p:bgPr>
        <a:solidFill>
          <a:schemeClr val="tx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862879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sv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1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image" Target="../media/image7.sv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6.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8.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7" name="TextBox 4">
            <a:extLst>
              <a:ext uri="{FF2B5EF4-FFF2-40B4-BE49-F238E27FC236}">
                <a16:creationId xmlns:a16="http://schemas.microsoft.com/office/drawing/2014/main" id="{1E37FEA7-CA51-4399-92F6-AB705B7FF650}"/>
              </a:ext>
            </a:extLst>
          </p:cNvPr>
          <p:cNvSpPr txBox="1"/>
          <p:nvPr/>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accent5"/>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sp>
        <p:nvSpPr>
          <p:cNvPr id="3" name="Text Placeholder 2"/>
          <p:cNvSpPr>
            <a:spLocks noGrp="1"/>
          </p:cNvSpPr>
          <p:nvPr>
            <p:ph type="body" idx="1"/>
          </p:nvPr>
        </p:nvSpPr>
        <p:spPr>
          <a:xfrm>
            <a:off x="1252432" y="2400300"/>
            <a:ext cx="15773400" cy="6865146"/>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pic>
        <p:nvPicPr>
          <p:cNvPr id="5" name="Picture 6">
            <a:extLst>
              <a:ext uri="{FF2B5EF4-FFF2-40B4-BE49-F238E27FC236}">
                <a16:creationId xmlns:a16="http://schemas.microsoft.com/office/drawing/2014/main" id="{DCAC5147-3BF8-9198-FA11-9363F87D0F1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519966091"/>
      </p:ext>
    </p:extLst>
  </p:cSld>
  <p:clrMap bg1="lt1" tx1="dk1" bg2="lt2" tx2="dk2" accent1="accent1" accent2="accent2" accent3="accent3" accent4="accent4" accent5="accent5" accent6="accent6" hlink="hlink" folHlink="folHlink"/>
  <p:sldLayoutIdLst>
    <p:sldLayoutId id="2147483836" r:id="rId1"/>
    <p:sldLayoutId id="2147483838" r:id="rId2"/>
    <p:sldLayoutId id="2147483821" r:id="rId3"/>
    <p:sldLayoutId id="2147483820" r:id="rId4"/>
    <p:sldLayoutId id="2147483819" r:id="rId5"/>
    <p:sldLayoutId id="2147483822" r:id="rId6"/>
    <p:sldLayoutId id="2147483824" r:id="rId7"/>
    <p:sldLayoutId id="2147483832" r:id="rId8"/>
    <p:sldLayoutId id="2147483837" r:id="rId9"/>
    <p:sldLayoutId id="2147483828" r:id="rId10"/>
    <p:sldLayoutId id="214748382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8DBA1A5-F11E-586C-AE20-3947111EA4AC}"/>
              </a:ext>
            </a:extLst>
          </p:cNvPr>
          <p:cNvSpPr/>
          <p:nvPr userDrawn="1"/>
        </p:nvSpPr>
        <p:spPr>
          <a:xfrm>
            <a:off x="16477128" y="9143999"/>
            <a:ext cx="1810872" cy="1143001"/>
          </a:xfrm>
          <a:prstGeom prst="rect">
            <a:avLst/>
          </a:prstGeom>
          <a:solidFill>
            <a:schemeClr val="accent5">
              <a:lumMod val="20000"/>
              <a:lumOff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B0C7363F-AF69-28E6-1F57-D691A99669FF}"/>
              </a:ext>
            </a:extLst>
          </p:cNvPr>
          <p:cNvPicPr>
            <a:picLocks noChangeAspect="1"/>
          </p:cNvPicPr>
          <p:nvPr userDrawn="1"/>
        </p:nvPicPr>
        <p:blipFill>
          <a:blip r:embed="rId14"/>
          <a:stretch>
            <a:fillRect/>
          </a:stretch>
        </p:blipFill>
        <p:spPr>
          <a:xfrm>
            <a:off x="0" y="9143999"/>
            <a:ext cx="16477128" cy="1143001"/>
          </a:xfrm>
          <a:prstGeom prst="rect">
            <a:avLst/>
          </a:prstGeom>
        </p:spPr>
      </p:pic>
      <p:sp>
        <p:nvSpPr>
          <p:cNvPr id="3" name="Text Placeholder 2"/>
          <p:cNvSpPr>
            <a:spLocks noGrp="1"/>
          </p:cNvSpPr>
          <p:nvPr>
            <p:ph type="body" idx="1"/>
          </p:nvPr>
        </p:nvSpPr>
        <p:spPr>
          <a:xfrm>
            <a:off x="1252432" y="2400300"/>
            <a:ext cx="15773400" cy="6444273"/>
          </a:xfrm>
          <a:prstGeom prst="rect">
            <a:avLst/>
          </a:prstGeom>
        </p:spPr>
        <p:txBody>
          <a:bodyPr vert="horz" lIns="0" tIns="0" rIns="0" bIns="0" rtlCol="0">
            <a:norm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1252432" y="710304"/>
            <a:ext cx="15773400" cy="775596"/>
          </a:xfrm>
          <a:prstGeom prst="rect">
            <a:avLst/>
          </a:prstGeom>
        </p:spPr>
        <p:txBody>
          <a:bodyPr vert="horz" lIns="0" tIns="0" rIns="0" bIns="0" rtlCol="0" anchor="ctr">
            <a:normAutofit/>
          </a:bodyPr>
          <a:lstStyle/>
          <a:p>
            <a:r>
              <a:rPr lang="en-US"/>
              <a:t>Click to Add Slide Title</a:t>
            </a:r>
          </a:p>
        </p:txBody>
      </p:sp>
      <p:sp>
        <p:nvSpPr>
          <p:cNvPr id="8" name="TextBox 4">
            <a:extLst>
              <a:ext uri="{FF2B5EF4-FFF2-40B4-BE49-F238E27FC236}">
                <a16:creationId xmlns:a16="http://schemas.microsoft.com/office/drawing/2014/main" id="{C16FACEF-10C6-6BB8-EE57-ACF39B01B1D3}"/>
              </a:ext>
            </a:extLst>
          </p:cNvPr>
          <p:cNvSpPr txBox="1"/>
          <p:nvPr userDrawn="1"/>
        </p:nvSpPr>
        <p:spPr>
          <a:xfrm>
            <a:off x="1252432" y="9316082"/>
            <a:ext cx="8588993" cy="584775"/>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3200" b="1" i="0" u="none" strike="noStrike" kern="300" cap="none" spc="100" normalizeH="0" baseline="0" noProof="0">
                <a:ln>
                  <a:noFill/>
                </a:ln>
                <a:solidFill>
                  <a:schemeClr val="bg1"/>
                </a:solidFill>
                <a:effectLst/>
                <a:uLnTx/>
                <a:uFillTx/>
                <a:latin typeface="Anova Bold" panose="020B0503020203020204" pitchFamily="34" charset="0"/>
                <a:ea typeface="Anova Bold" panose="020B0703020203020204" pitchFamily="34" charset="0"/>
                <a:cs typeface="Anova Light" panose="020B0403020203020204" pitchFamily="34" charset="0"/>
              </a:rPr>
              <a:t>CONFIDENTIAL — DO NOT DISCLOSE</a:t>
            </a:r>
          </a:p>
        </p:txBody>
      </p:sp>
      <p:sp>
        <p:nvSpPr>
          <p:cNvPr id="10" name="TextBox 4">
            <a:extLst>
              <a:ext uri="{FF2B5EF4-FFF2-40B4-BE49-F238E27FC236}">
                <a16:creationId xmlns:a16="http://schemas.microsoft.com/office/drawing/2014/main" id="{73378641-98C0-74B8-EDAB-E5E4E2EEB661}"/>
              </a:ext>
            </a:extLst>
          </p:cNvPr>
          <p:cNvSpPr txBox="1"/>
          <p:nvPr userDrawn="1"/>
        </p:nvSpPr>
        <p:spPr>
          <a:xfrm>
            <a:off x="1252432" y="9855354"/>
            <a:ext cx="5029200" cy="246221"/>
          </a:xfrm>
          <a:prstGeom prst="rect">
            <a:avLst/>
          </a:prstGeom>
          <a:noFill/>
        </p:spPr>
        <p:txBody>
          <a:bodyPr wrap="square" lIns="0" anchor="b" anchorCtr="0">
            <a:spAutoFit/>
          </a:bodyPr>
          <a:lstStyle/>
          <a:p>
            <a:pPr marL="0" marR="0" lvl="0" indent="0" algn="l" defTabSz="548626" rtl="0" eaLnBrk="0" fontAlgn="auto" latinLnBrk="0" hangingPunct="0">
              <a:lnSpc>
                <a:spcPct val="100000"/>
              </a:lnSpc>
              <a:spcBef>
                <a:spcPts val="0"/>
              </a:spcBef>
              <a:spcAft>
                <a:spcPts val="0"/>
              </a:spcAft>
              <a:buClrTx/>
              <a:buSzTx/>
              <a:buFontTx/>
              <a:buNone/>
              <a:tabLst/>
              <a:defRPr/>
            </a:pPr>
            <a:r>
              <a:rPr kumimoji="0" lang="en-US" sz="1000" b="0" i="0" u="none" strike="noStrike" kern="300" cap="none" spc="100" normalizeH="0" baseline="0" noProof="0">
                <a:ln>
                  <a:noFill/>
                </a:ln>
                <a:solidFill>
                  <a:schemeClr val="bg1"/>
                </a:solidFill>
                <a:effectLst/>
                <a:uLnTx/>
                <a:uFillTx/>
                <a:latin typeface="Anova Light" panose="020B0403020203020204" pitchFamily="34" charset="0"/>
                <a:ea typeface="Anova Bold" panose="020B0703020203020204" pitchFamily="34" charset="0"/>
                <a:cs typeface="Anova Light" panose="020B0403020203020204" pitchFamily="34" charset="0"/>
              </a:rPr>
              <a:t>Copyright © SAS Institute Inc. All rights reserved.</a:t>
            </a:r>
          </a:p>
        </p:txBody>
      </p:sp>
      <p:pic>
        <p:nvPicPr>
          <p:cNvPr id="4" name="Picture 6">
            <a:extLst>
              <a:ext uri="{FF2B5EF4-FFF2-40B4-BE49-F238E27FC236}">
                <a16:creationId xmlns:a16="http://schemas.microsoft.com/office/drawing/2014/main" id="{A68AF4A5-1947-70D5-1EEC-327485090EC3}"/>
              </a:ext>
            </a:extLst>
          </p:cNvPr>
          <p:cNvPicPr>
            <a:picLocks noChangeAspect="1"/>
          </p:cNvPicPr>
          <p:nvPr userDrawn="1"/>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rcRect/>
          <a:stretch/>
        </p:blipFill>
        <p:spPr>
          <a:xfrm>
            <a:off x="16826158" y="9516543"/>
            <a:ext cx="1112812" cy="461922"/>
          </a:xfrm>
          <a:prstGeom prst="rect">
            <a:avLst/>
          </a:prstGeom>
        </p:spPr>
      </p:pic>
    </p:spTree>
    <p:custDataLst>
      <p:tags r:id="rId13"/>
    </p:custDataLst>
    <p:extLst>
      <p:ext uri="{BB962C8B-B14F-4D97-AF65-F5344CB8AC3E}">
        <p14:creationId xmlns:p14="http://schemas.microsoft.com/office/powerpoint/2010/main" val="2023423665"/>
      </p:ext>
    </p:extLst>
  </p:cSld>
  <p:clrMap bg1="lt1" tx1="dk1" bg2="lt2" tx2="dk2" accent1="accent1" accent2="accent2" accent3="accent3" accent4="accent4" accent5="accent5" accent6="accent6" hlink="hlink" folHlink="folHlink"/>
  <p:sldLayoutIdLst>
    <p:sldLayoutId id="2147483840"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371600" rtl="0" eaLnBrk="1" latinLnBrk="0" hangingPunct="1">
        <a:lnSpc>
          <a:spcPct val="90000"/>
        </a:lnSpc>
        <a:spcBef>
          <a:spcPct val="0"/>
        </a:spcBef>
        <a:buNone/>
        <a:defRPr sz="5600" b="1" i="0" kern="1200">
          <a:solidFill>
            <a:schemeClr val="accent5"/>
          </a:solidFill>
          <a:latin typeface="Anova Bold" panose="020B0503020203020204" pitchFamily="34" charset="0"/>
          <a:ea typeface="+mj-ea"/>
          <a:cs typeface="+mj-cs"/>
        </a:defRPr>
      </a:lvl1pPr>
    </p:titleStyle>
    <p:bodyStyle>
      <a:lvl1pPr marL="365760" indent="-365760" algn="l" defTabSz="1371600" rtl="0" eaLnBrk="1" latinLnBrk="0" hangingPunct="1">
        <a:lnSpc>
          <a:spcPct val="85000"/>
        </a:lnSpc>
        <a:spcBef>
          <a:spcPts val="1600"/>
        </a:spcBef>
        <a:buClr>
          <a:schemeClr val="accent5"/>
        </a:buClr>
        <a:buFont typeface="Anova Light" panose="020B0403020203020204" pitchFamily="34" charset="0"/>
        <a:buChar char="•"/>
        <a:defRPr sz="3600" b="0" i="0" kern="1200">
          <a:solidFill>
            <a:schemeClr val="tx1"/>
          </a:solidFill>
          <a:latin typeface="+mn-lt"/>
          <a:ea typeface="+mn-ea"/>
          <a:cs typeface="+mn-cs"/>
        </a:defRPr>
      </a:lvl1pPr>
      <a:lvl2pPr marL="731520" indent="-365760" algn="l" defTabSz="1371600" rtl="0" eaLnBrk="1" latinLnBrk="0" hangingPunct="1">
        <a:lnSpc>
          <a:spcPct val="85000"/>
        </a:lnSpc>
        <a:spcBef>
          <a:spcPts val="1600"/>
        </a:spcBef>
        <a:buClr>
          <a:schemeClr val="accent5"/>
        </a:buClr>
        <a:buFont typeface="Anova Light" panose="020B0403020203020204" pitchFamily="34" charset="0"/>
        <a:buChar char="–"/>
        <a:defRPr sz="2800" b="0" i="0" kern="1200">
          <a:solidFill>
            <a:schemeClr val="tx1"/>
          </a:solidFill>
          <a:latin typeface="+mn-lt"/>
          <a:ea typeface="+mn-ea"/>
          <a:cs typeface="+mn-cs"/>
        </a:defRPr>
      </a:lvl2pPr>
      <a:lvl3pPr marL="1097280" indent="-365760" algn="l" defTabSz="1371600" rtl="0" eaLnBrk="1" latinLnBrk="0" hangingPunct="1">
        <a:lnSpc>
          <a:spcPct val="85000"/>
        </a:lnSpc>
        <a:spcBef>
          <a:spcPts val="1600"/>
        </a:spcBef>
        <a:buClr>
          <a:schemeClr val="accent5"/>
        </a:buClr>
        <a:buFont typeface="Anova Light" panose="020B0403020203020204" pitchFamily="34" charset="0"/>
        <a:buChar char="•"/>
        <a:defRPr sz="2400" b="0" i="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4pPr>
      <a:lvl5pPr marL="30861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bg2"/>
          </a:solidFill>
          <a:latin typeface="+mj-lt"/>
          <a:ea typeface="+mn-ea"/>
          <a:cs typeface="+mn-cs"/>
        </a:defRPr>
      </a:lvl5pPr>
      <a:lvl6pPr marL="37719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nova Light" panose="020B0403020203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6F4ED06-AD2C-D93C-110D-539CAC0B06B6}"/>
              </a:ext>
            </a:extLst>
          </p:cNvPr>
          <p:cNvSpPr>
            <a:spLocks noGrp="1"/>
          </p:cNvSpPr>
          <p:nvPr>
            <p:ph type="title"/>
          </p:nvPr>
        </p:nvSpPr>
        <p:spPr>
          <a:xfrm>
            <a:off x="1252431" y="1819513"/>
            <a:ext cx="15778269" cy="2400657"/>
          </a:xfrm>
        </p:spPr>
        <p:txBody>
          <a:bodyPr/>
          <a:lstStyle/>
          <a:p>
            <a:r>
              <a:rPr lang="en-US" dirty="0">
                <a:latin typeface="Anova Bold"/>
              </a:rPr>
              <a:t>Traffic Flow Simulation: Roundabouts vs. Signals</a:t>
            </a:r>
          </a:p>
        </p:txBody>
      </p:sp>
      <p:sp>
        <p:nvSpPr>
          <p:cNvPr id="5" name="Text Placeholder 4">
            <a:extLst>
              <a:ext uri="{FF2B5EF4-FFF2-40B4-BE49-F238E27FC236}">
                <a16:creationId xmlns:a16="http://schemas.microsoft.com/office/drawing/2014/main" id="{DC47E997-8B05-0C7D-0CCB-995182C76E77}"/>
              </a:ext>
            </a:extLst>
          </p:cNvPr>
          <p:cNvSpPr>
            <a:spLocks noGrp="1"/>
          </p:cNvSpPr>
          <p:nvPr>
            <p:ph type="body" sz="quarter" idx="10"/>
          </p:nvPr>
        </p:nvSpPr>
        <p:spPr/>
        <p:txBody>
          <a:bodyPr/>
          <a:lstStyle/>
          <a:p>
            <a:r>
              <a:rPr lang="en-US"/>
              <a:t>Internship 2026</a:t>
            </a:r>
            <a:endParaRPr lang="en-US" dirty="0"/>
          </a:p>
          <a:p>
            <a:endParaRPr lang="en-US" dirty="0"/>
          </a:p>
        </p:txBody>
      </p:sp>
      <p:sp>
        <p:nvSpPr>
          <p:cNvPr id="6" name="Text Placeholder 5">
            <a:extLst>
              <a:ext uri="{FF2B5EF4-FFF2-40B4-BE49-F238E27FC236}">
                <a16:creationId xmlns:a16="http://schemas.microsoft.com/office/drawing/2014/main" id="{AF2BF1EE-1390-2937-A6D4-B8627C092DE1}"/>
              </a:ext>
            </a:extLst>
          </p:cNvPr>
          <p:cNvSpPr>
            <a:spLocks noGrp="1"/>
          </p:cNvSpPr>
          <p:nvPr>
            <p:ph type="body" sz="quarter" idx="11"/>
          </p:nvPr>
        </p:nvSpPr>
        <p:spPr/>
        <p:txBody>
          <a:bodyPr/>
          <a:lstStyle/>
          <a:p>
            <a:r>
              <a:rPr lang="en-US" dirty="0"/>
              <a:t>Customer Intelligence</a:t>
            </a:r>
          </a:p>
          <a:p>
            <a:endParaRPr lang="en-US" dirty="0"/>
          </a:p>
        </p:txBody>
      </p:sp>
    </p:spTree>
    <p:custDataLst>
      <p:tags r:id="rId1"/>
    </p:custDataLst>
    <p:extLst>
      <p:ext uri="{BB962C8B-B14F-4D97-AF65-F5344CB8AC3E}">
        <p14:creationId xmlns:p14="http://schemas.microsoft.com/office/powerpoint/2010/main" val="680838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F588-3B68-EBBB-7118-093B96746A63}"/>
              </a:ext>
            </a:extLst>
          </p:cNvPr>
          <p:cNvSpPr>
            <a:spLocks noGrp="1"/>
          </p:cNvSpPr>
          <p:nvPr>
            <p:ph type="title"/>
          </p:nvPr>
        </p:nvSpPr>
        <p:spPr/>
        <p:txBody>
          <a:bodyPr>
            <a:normAutofit fontScale="90000"/>
          </a:bodyPr>
          <a:lstStyle/>
          <a:p>
            <a:r>
              <a:rPr lang="en-US" dirty="0"/>
              <a:t>Traffic Flow Simulation: Roundabouts vs. Signals</a:t>
            </a:r>
            <a:br>
              <a:rPr lang="en-US" dirty="0"/>
            </a:br>
            <a:endParaRPr lang="en-US" dirty="0"/>
          </a:p>
        </p:txBody>
      </p:sp>
      <p:sp>
        <p:nvSpPr>
          <p:cNvPr id="3" name="Content Placeholder 2">
            <a:extLst>
              <a:ext uri="{FF2B5EF4-FFF2-40B4-BE49-F238E27FC236}">
                <a16:creationId xmlns:a16="http://schemas.microsoft.com/office/drawing/2014/main" id="{2B7B21A6-80DC-1F6D-9A59-74B5CD24B55B}"/>
              </a:ext>
            </a:extLst>
          </p:cNvPr>
          <p:cNvSpPr>
            <a:spLocks noGrp="1"/>
          </p:cNvSpPr>
          <p:nvPr>
            <p:ph idx="1"/>
          </p:nvPr>
        </p:nvSpPr>
        <p:spPr/>
        <p:txBody>
          <a:bodyPr/>
          <a:lstStyle/>
          <a:p>
            <a:pPr marL="0" indent="0">
              <a:buNone/>
            </a:pPr>
            <a:r>
              <a:rPr lang="en-US" dirty="0"/>
              <a:t>While traffic signals are a norm in controlling urban traffic, sometimes they are ill-suited for regulating the natural flow of traffic. There have been experiments in the past to substitute traffic signals with roundabouts and this has led to better traffic flows which is also self managed and reduced the fatalities related to accidents. While the preference for either is not the scope of this project, the idea is to create the capability to simulate real life traffic flows and experiment with different options</a:t>
            </a:r>
          </a:p>
        </p:txBody>
      </p:sp>
      <p:sp>
        <p:nvSpPr>
          <p:cNvPr id="4" name="Text Placeholder 3">
            <a:extLst>
              <a:ext uri="{FF2B5EF4-FFF2-40B4-BE49-F238E27FC236}">
                <a16:creationId xmlns:a16="http://schemas.microsoft.com/office/drawing/2014/main" id="{80BB4F70-675D-22AB-44B7-5C09E2842B5B}"/>
              </a:ext>
            </a:extLst>
          </p:cNvPr>
          <p:cNvSpPr>
            <a:spLocks noGrp="1"/>
          </p:cNvSpPr>
          <p:nvPr>
            <p:ph type="body" sz="quarter" idx="10"/>
          </p:nvPr>
        </p:nvSpPr>
        <p:spPr/>
        <p:txBody>
          <a:bodyPr/>
          <a:lstStyle/>
          <a:p>
            <a:r>
              <a:rPr lang="en-US" b="1" dirty="0"/>
              <a:t>Background</a:t>
            </a:r>
          </a:p>
        </p:txBody>
      </p:sp>
    </p:spTree>
    <p:extLst>
      <p:ext uri="{BB962C8B-B14F-4D97-AF65-F5344CB8AC3E}">
        <p14:creationId xmlns:p14="http://schemas.microsoft.com/office/powerpoint/2010/main" val="3276242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27858-ECEA-BB0D-4B26-2C3F83038F98}"/>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73D3A5D6-0804-C068-94AA-E63F2EE31EE0}"/>
              </a:ext>
            </a:extLst>
          </p:cNvPr>
          <p:cNvSpPr>
            <a:spLocks noGrp="1"/>
          </p:cNvSpPr>
          <p:nvPr>
            <p:ph idx="1"/>
          </p:nvPr>
        </p:nvSpPr>
        <p:spPr/>
        <p:txBody>
          <a:bodyPr/>
          <a:lstStyle/>
          <a:p>
            <a:r>
              <a:rPr lang="en-US" dirty="0"/>
              <a:t>The goal of this project is to develop a traffic simulation software that compares the efficiency and effectiveness of roundabouts and traditional traffic signals in managing urban traffic flow. This simulation aims to provide insights into traffic dynamics, safety, and environmental impacts associated with each design.</a:t>
            </a:r>
            <a:endParaRPr lang="en-IN" dirty="0"/>
          </a:p>
        </p:txBody>
      </p:sp>
      <p:sp>
        <p:nvSpPr>
          <p:cNvPr id="4" name="Text Placeholder 3">
            <a:extLst>
              <a:ext uri="{FF2B5EF4-FFF2-40B4-BE49-F238E27FC236}">
                <a16:creationId xmlns:a16="http://schemas.microsoft.com/office/drawing/2014/main" id="{5A7DF37A-9B5C-D940-C28C-9D3193291883}"/>
              </a:ext>
            </a:extLst>
          </p:cNvPr>
          <p:cNvSpPr>
            <a:spLocks noGrp="1"/>
          </p:cNvSpPr>
          <p:nvPr>
            <p:ph type="body" sz="quarter" idx="10"/>
          </p:nvPr>
        </p:nvSpPr>
        <p:spPr/>
        <p:txBody>
          <a:bodyPr/>
          <a:lstStyle/>
          <a:p>
            <a:r>
              <a:rPr lang="en-US" dirty="0"/>
              <a:t>Objective</a:t>
            </a:r>
            <a:endParaRPr lang="en-IN" dirty="0"/>
          </a:p>
        </p:txBody>
      </p:sp>
    </p:spTree>
    <p:extLst>
      <p:ext uri="{BB962C8B-B14F-4D97-AF65-F5344CB8AC3E}">
        <p14:creationId xmlns:p14="http://schemas.microsoft.com/office/powerpoint/2010/main" val="453683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68FD7B-D602-0A94-F81B-603CDC14C4E5}"/>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C27C2F28-4178-B343-FD82-16E9EBF8CEE5}"/>
              </a:ext>
            </a:extLst>
          </p:cNvPr>
          <p:cNvSpPr>
            <a:spLocks noGrp="1"/>
          </p:cNvSpPr>
          <p:nvPr>
            <p:ph idx="1"/>
          </p:nvPr>
        </p:nvSpPr>
        <p:spPr/>
        <p:txBody>
          <a:bodyPr>
            <a:normAutofit fontScale="92500" lnSpcReduction="10000"/>
          </a:bodyPr>
          <a:lstStyle/>
          <a:p>
            <a:r>
              <a:rPr lang="en-US" dirty="0"/>
              <a:t>Simulation Environment:</a:t>
            </a:r>
          </a:p>
          <a:p>
            <a:pPr lvl="1"/>
            <a:r>
              <a:rPr lang="en-US" dirty="0"/>
              <a:t>	A visual interface to simulate an intersection, allowing users use various combination of roundabouts and traffic signals.</a:t>
            </a:r>
          </a:p>
          <a:p>
            <a:r>
              <a:rPr lang="en-US" dirty="0"/>
              <a:t>Vehicle Behavior Modeling:</a:t>
            </a:r>
          </a:p>
          <a:p>
            <a:pPr lvl="1"/>
            <a:r>
              <a:rPr lang="en-US" dirty="0"/>
              <a:t>Implementation of basic driving behaviors for different vehicle types, including acceleration, deceleration, and lane changes.</a:t>
            </a:r>
          </a:p>
          <a:p>
            <a:r>
              <a:rPr lang="en-US" dirty="0"/>
              <a:t>Traffic Management:</a:t>
            </a:r>
          </a:p>
          <a:p>
            <a:pPr lvl="1"/>
            <a:r>
              <a:rPr lang="en-US" dirty="0"/>
              <a:t>Fixed-time traffic signals with customizable cycles and roundabout yielding behavior.</a:t>
            </a:r>
          </a:p>
          <a:p>
            <a:r>
              <a:rPr lang="en-US" dirty="0"/>
              <a:t>Data Collection and Analysis:</a:t>
            </a:r>
          </a:p>
          <a:p>
            <a:pPr lvl="1"/>
            <a:r>
              <a:rPr lang="en-US" dirty="0"/>
              <a:t>Metrics such as average wait time, number of stops, and congestion levels will be recorded for comparison.</a:t>
            </a:r>
          </a:p>
          <a:p>
            <a:r>
              <a:rPr lang="en-US" dirty="0"/>
              <a:t>Visual Analytics:</a:t>
            </a:r>
          </a:p>
          <a:p>
            <a:pPr lvl="1"/>
            <a:r>
              <a:rPr lang="en-US" dirty="0"/>
              <a:t>Graphical representation of data to illustrate differences in performance </a:t>
            </a:r>
            <a:r>
              <a:rPr lang="en-US"/>
              <a:t>between different </a:t>
            </a:r>
            <a:r>
              <a:rPr lang="en-US" dirty="0"/>
              <a:t>traffic management systems.</a:t>
            </a:r>
          </a:p>
          <a:p>
            <a:pPr marL="0" indent="0">
              <a:buNone/>
            </a:pPr>
            <a:r>
              <a:rPr lang="en-IN" sz="1700" dirty="0"/>
              <a:t>       				 </a:t>
            </a:r>
            <a:r>
              <a:rPr lang="en-IN" sz="2200" dirty="0"/>
              <a:t>*Scope can be increased or reduced based on timelines and other factors</a:t>
            </a:r>
          </a:p>
        </p:txBody>
      </p:sp>
      <p:sp>
        <p:nvSpPr>
          <p:cNvPr id="4" name="Text Placeholder 3">
            <a:extLst>
              <a:ext uri="{FF2B5EF4-FFF2-40B4-BE49-F238E27FC236}">
                <a16:creationId xmlns:a16="http://schemas.microsoft.com/office/drawing/2014/main" id="{CFE2E62E-8397-159A-67A3-C314F5668816}"/>
              </a:ext>
            </a:extLst>
          </p:cNvPr>
          <p:cNvSpPr>
            <a:spLocks noGrp="1"/>
          </p:cNvSpPr>
          <p:nvPr>
            <p:ph type="body" sz="quarter" idx="10"/>
          </p:nvPr>
        </p:nvSpPr>
        <p:spPr/>
        <p:txBody>
          <a:bodyPr/>
          <a:lstStyle/>
          <a:p>
            <a:r>
              <a:rPr lang="en-IN" dirty="0"/>
              <a:t>Key Features:*</a:t>
            </a:r>
          </a:p>
        </p:txBody>
      </p:sp>
    </p:spTree>
    <p:extLst>
      <p:ext uri="{BB962C8B-B14F-4D97-AF65-F5344CB8AC3E}">
        <p14:creationId xmlns:p14="http://schemas.microsoft.com/office/powerpoint/2010/main" val="344771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8B639-BDC5-B9AC-E9A3-0EC9DC94AC93}"/>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D8582423-A1F1-56DF-E0D0-DB40353EB90E}"/>
              </a:ext>
            </a:extLst>
          </p:cNvPr>
          <p:cNvSpPr>
            <a:spLocks noGrp="1"/>
          </p:cNvSpPr>
          <p:nvPr>
            <p:ph idx="1"/>
          </p:nvPr>
        </p:nvSpPr>
        <p:spPr/>
        <p:txBody>
          <a:bodyPr>
            <a:normAutofit/>
          </a:bodyPr>
          <a:lstStyle/>
          <a:p>
            <a:r>
              <a:rPr lang="en-IN" dirty="0"/>
              <a:t>Programming Language: </a:t>
            </a:r>
          </a:p>
          <a:p>
            <a:pPr lvl="1"/>
            <a:r>
              <a:rPr lang="en-IN" dirty="0"/>
              <a:t>Python or JavaScript for simulation development.</a:t>
            </a:r>
          </a:p>
          <a:p>
            <a:r>
              <a:rPr lang="en-IN" dirty="0"/>
              <a:t>Visualization Libraries:</a:t>
            </a:r>
          </a:p>
          <a:p>
            <a:pPr lvl="1"/>
            <a:r>
              <a:rPr lang="en-IN" dirty="0"/>
              <a:t> </a:t>
            </a:r>
            <a:r>
              <a:rPr lang="en-IN" dirty="0" err="1"/>
              <a:t>Pygame</a:t>
            </a:r>
            <a:r>
              <a:rPr lang="en-IN" dirty="0"/>
              <a:t> or Three.js for graphics; Matplotlib or D3.js for data representation.</a:t>
            </a:r>
          </a:p>
          <a:p>
            <a:pPr marL="731520" lvl="2" indent="0">
              <a:buNone/>
            </a:pPr>
            <a:r>
              <a:rPr lang="en-IN" sz="1800" dirty="0"/>
              <a:t>			</a:t>
            </a:r>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endParaRPr lang="en-IN" sz="1800" dirty="0"/>
          </a:p>
          <a:p>
            <a:pPr marL="731520" lvl="2" indent="0">
              <a:buNone/>
            </a:pPr>
            <a:r>
              <a:rPr lang="en-IN" sz="1800" dirty="0"/>
              <a:t>				 </a:t>
            </a:r>
            <a:r>
              <a:rPr lang="en-IN" sz="2400" dirty="0"/>
              <a:t>*Technologies listed here are indicative, can be changed as needed</a:t>
            </a:r>
            <a:endParaRPr lang="en-IN" dirty="0"/>
          </a:p>
        </p:txBody>
      </p:sp>
      <p:sp>
        <p:nvSpPr>
          <p:cNvPr id="4" name="Text Placeholder 3">
            <a:extLst>
              <a:ext uri="{FF2B5EF4-FFF2-40B4-BE49-F238E27FC236}">
                <a16:creationId xmlns:a16="http://schemas.microsoft.com/office/drawing/2014/main" id="{5DFF019B-17D9-CB8F-1BB1-B2BD3BA4FFF5}"/>
              </a:ext>
            </a:extLst>
          </p:cNvPr>
          <p:cNvSpPr>
            <a:spLocks noGrp="1"/>
          </p:cNvSpPr>
          <p:nvPr>
            <p:ph type="body" sz="quarter" idx="10"/>
          </p:nvPr>
        </p:nvSpPr>
        <p:spPr/>
        <p:txBody>
          <a:bodyPr/>
          <a:lstStyle/>
          <a:p>
            <a:r>
              <a:rPr lang="en-IN" dirty="0"/>
              <a:t>Technologies*</a:t>
            </a:r>
          </a:p>
        </p:txBody>
      </p:sp>
    </p:spTree>
    <p:extLst>
      <p:ext uri="{BB962C8B-B14F-4D97-AF65-F5344CB8AC3E}">
        <p14:creationId xmlns:p14="http://schemas.microsoft.com/office/powerpoint/2010/main" val="75942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3169B-E579-AE25-66CA-F33F645ACD0F}"/>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FE32EE65-B1F6-98E1-C163-702C7AEB4B49}"/>
              </a:ext>
            </a:extLst>
          </p:cNvPr>
          <p:cNvSpPr>
            <a:spLocks noGrp="1"/>
          </p:cNvSpPr>
          <p:nvPr>
            <p:ph idx="1"/>
          </p:nvPr>
        </p:nvSpPr>
        <p:spPr/>
        <p:txBody>
          <a:bodyPr>
            <a:normAutofit/>
          </a:bodyPr>
          <a:lstStyle/>
          <a:p>
            <a:r>
              <a:rPr lang="en-IN" dirty="0"/>
              <a:t>Successful Implementations</a:t>
            </a:r>
          </a:p>
          <a:p>
            <a:pPr lvl="1"/>
            <a:r>
              <a:rPr lang="en-US" b="1" dirty="0"/>
              <a:t>Tucson, Arizona</a:t>
            </a:r>
            <a:endParaRPr lang="en-US" dirty="0"/>
          </a:p>
          <a:p>
            <a:pPr lvl="2"/>
            <a:r>
              <a:rPr lang="en-US" dirty="0"/>
              <a:t>Tucson has successfully implemented multiple roundabouts, notably the roundabout at the intersection of Campbell Avenue and Grant Road. This installation improved traffic flow and reduced accident rates significantly.</a:t>
            </a:r>
          </a:p>
          <a:p>
            <a:pPr lvl="1"/>
            <a:r>
              <a:rPr lang="en-US" b="1" dirty="0"/>
              <a:t>McKinney, Texas</a:t>
            </a:r>
            <a:endParaRPr lang="en-US" dirty="0"/>
          </a:p>
          <a:p>
            <a:pPr lvl="2"/>
            <a:r>
              <a:rPr lang="en-US" dirty="0"/>
              <a:t>The city of McKinney constructed several roundabouts, including one at the intersection of Virginia Parkway and Ridge Road. These roundabouts led to decreased travel times and improved safety, becoming a model for future developments.</a:t>
            </a:r>
          </a:p>
          <a:p>
            <a:pPr lvl="1"/>
            <a:r>
              <a:rPr lang="en-US" b="1" dirty="0"/>
              <a:t>Dover, England</a:t>
            </a:r>
            <a:endParaRPr lang="en-US" dirty="0"/>
          </a:p>
          <a:p>
            <a:pPr lvl="2"/>
            <a:r>
              <a:rPr lang="en-US" dirty="0"/>
              <a:t>The town of Dover transformed its road network by replacing traffic signals with roundabouts. This initiative resulted in a 40% reduction in accidents and increased traffic efficiency, showcasing the effectiveness of roundabouts in urban planning.</a:t>
            </a:r>
            <a:endParaRPr lang="en-IN" dirty="0"/>
          </a:p>
        </p:txBody>
      </p:sp>
      <p:sp>
        <p:nvSpPr>
          <p:cNvPr id="4" name="Text Placeholder 3">
            <a:extLst>
              <a:ext uri="{FF2B5EF4-FFF2-40B4-BE49-F238E27FC236}">
                <a16:creationId xmlns:a16="http://schemas.microsoft.com/office/drawing/2014/main" id="{523C915C-E58A-762B-E140-9CB50F254150}"/>
              </a:ext>
            </a:extLst>
          </p:cNvPr>
          <p:cNvSpPr>
            <a:spLocks noGrp="1"/>
          </p:cNvSpPr>
          <p:nvPr>
            <p:ph type="body" sz="quarter" idx="10"/>
          </p:nvPr>
        </p:nvSpPr>
        <p:spPr/>
        <p:txBody>
          <a:bodyPr/>
          <a:lstStyle/>
          <a:p>
            <a:r>
              <a:rPr lang="en-US" dirty="0"/>
              <a:t>Additional notes</a:t>
            </a:r>
            <a:endParaRPr lang="en-IN" dirty="0"/>
          </a:p>
        </p:txBody>
      </p:sp>
    </p:spTree>
    <p:extLst>
      <p:ext uri="{BB962C8B-B14F-4D97-AF65-F5344CB8AC3E}">
        <p14:creationId xmlns:p14="http://schemas.microsoft.com/office/powerpoint/2010/main" val="1583504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EB4FA-1C00-4FBA-FDE9-80602BA66203}"/>
              </a:ext>
            </a:extLst>
          </p:cNvPr>
          <p:cNvSpPr>
            <a:spLocks noGrp="1"/>
          </p:cNvSpPr>
          <p:nvPr>
            <p:ph type="title"/>
          </p:nvPr>
        </p:nvSpPr>
        <p:spPr/>
        <p:txBody>
          <a:bodyPr>
            <a:normAutofit fontScale="90000"/>
          </a:bodyPr>
          <a:lstStyle/>
          <a:p>
            <a:r>
              <a:rPr lang="en-US" dirty="0"/>
              <a:t>Traffic Flow Simulation: Roundabouts vs. Signals</a:t>
            </a:r>
            <a:endParaRPr lang="en-IN" dirty="0"/>
          </a:p>
        </p:txBody>
      </p:sp>
      <p:sp>
        <p:nvSpPr>
          <p:cNvPr id="3" name="Content Placeholder 2">
            <a:extLst>
              <a:ext uri="{FF2B5EF4-FFF2-40B4-BE49-F238E27FC236}">
                <a16:creationId xmlns:a16="http://schemas.microsoft.com/office/drawing/2014/main" id="{F1BE7063-1BE2-88AA-1F22-26BCC4CC4334}"/>
              </a:ext>
            </a:extLst>
          </p:cNvPr>
          <p:cNvSpPr>
            <a:spLocks noGrp="1"/>
          </p:cNvSpPr>
          <p:nvPr>
            <p:ph idx="1"/>
          </p:nvPr>
        </p:nvSpPr>
        <p:spPr/>
        <p:txBody>
          <a:bodyPr/>
          <a:lstStyle/>
          <a:p>
            <a:pPr marL="0" indent="0">
              <a:buNone/>
            </a:pPr>
            <a:r>
              <a:rPr lang="en-US" dirty="0"/>
              <a:t>The goal is not to determine which of the above options is better but to evaluation different conditions and combinations for optimal traffic flow. Some variations include:</a:t>
            </a:r>
          </a:p>
          <a:p>
            <a:r>
              <a:rPr lang="en-IN" dirty="0"/>
              <a:t>Hybrid Roundabout</a:t>
            </a:r>
            <a:endParaRPr lang="en-US" dirty="0"/>
          </a:p>
          <a:p>
            <a:pPr lvl="1"/>
            <a:r>
              <a:rPr lang="en-US" dirty="0"/>
              <a:t>Combines elements of roundabouts with other intersection designs, such as traffic signals or pedestrian crossings, to improve safety and efficiency.</a:t>
            </a:r>
          </a:p>
          <a:p>
            <a:r>
              <a:rPr lang="en-IN" dirty="0"/>
              <a:t>Signalized Roundabout</a:t>
            </a:r>
            <a:endParaRPr lang="en-US" dirty="0"/>
          </a:p>
          <a:p>
            <a:pPr lvl="1"/>
            <a:r>
              <a:rPr lang="en-US" dirty="0"/>
              <a:t>Integrates traffic signals at certain entry points or within the roundabout itself, allowing for controlled flow during peak times.</a:t>
            </a:r>
          </a:p>
          <a:p>
            <a:pPr lvl="1"/>
            <a:endParaRPr lang="en-IN" dirty="0"/>
          </a:p>
        </p:txBody>
      </p:sp>
      <p:sp>
        <p:nvSpPr>
          <p:cNvPr id="4" name="Text Placeholder 3">
            <a:extLst>
              <a:ext uri="{FF2B5EF4-FFF2-40B4-BE49-F238E27FC236}">
                <a16:creationId xmlns:a16="http://schemas.microsoft.com/office/drawing/2014/main" id="{716F447E-BB2A-66A1-E7AC-B4DAD682DF72}"/>
              </a:ext>
            </a:extLst>
          </p:cNvPr>
          <p:cNvSpPr>
            <a:spLocks noGrp="1"/>
          </p:cNvSpPr>
          <p:nvPr>
            <p:ph type="body" sz="quarter" idx="10"/>
          </p:nvPr>
        </p:nvSpPr>
        <p:spPr/>
        <p:txBody>
          <a:bodyPr/>
          <a:lstStyle/>
          <a:p>
            <a:r>
              <a:rPr lang="en-US" dirty="0"/>
              <a:t>Variations of roundabouts</a:t>
            </a:r>
            <a:endParaRPr lang="en-IN" dirty="0"/>
          </a:p>
        </p:txBody>
      </p:sp>
    </p:spTree>
    <p:extLst>
      <p:ext uri="{BB962C8B-B14F-4D97-AF65-F5344CB8AC3E}">
        <p14:creationId xmlns:p14="http://schemas.microsoft.com/office/powerpoint/2010/main" val="125339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1_2020-TEMPLATE-EXTERNAL" val="pdtUH84H"/>
  <p:tag name="ARTICULATE_DESIGN_ID_SAS-EXTERNAL-16X9-2023" val="CJxW6PTk"/>
  <p:tag name="ARTICULATE_DESIGN_ID_1_NDA" val="5KPCLKMf"/>
  <p:tag name="ARTICULATE_DESIGN_ID_1_SAS-EXTERNAL-16X9-2023" val="OvZPFYIY"/>
  <p:tag name="ARTICULATE_DESIGN_ID_SAS - EXTERNAL - 16X9 - 2023" val="iju6vBOG"/>
  <p:tag name="ARTICULATE_DESIGN_ID_SAS - EXTERNAL" val="IZ9bNYet"/>
  <p:tag name="ARTICULATE_DESIGN_ID_SAS - EXTERNAL - NDA" val="RR4fBfJW"/>
  <p:tag name="ARTICULATE_SLIDE_THUMBNAIL_REFRESH" val="1"/>
  <p:tag name="ARTICULATE_DESIGN_ID_CUSTOM DESIGN" val="WASRYxhz"/>
  <p:tag name="ARTICULATE_SLIDE_COUNT" val="1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SAS - EXTERNAL">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4D26F06B-4A77-4C47-863E-04711AA87A0D}"/>
    </a:ext>
  </a:extLst>
</a:theme>
</file>

<file path=ppt/theme/theme2.xml><?xml version="1.0" encoding="utf-8"?>
<a:theme xmlns:a="http://schemas.openxmlformats.org/drawingml/2006/main" name="SAS - EXTERNAL - NDA">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EXTERNAL_Template_2023.potx" id="{2EA8CE33-CC8D-491A-8407-3C6ED769A2DD}" vid="{1F7D936B-969F-4F95-90C8-977DE9F23A1E}"/>
    </a:ext>
  </a:extLst>
</a:theme>
</file>

<file path=ppt/theme/theme3.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AS-202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4398F9"/>
      </a:hlink>
      <a:folHlink>
        <a:srgbClr val="C4DEFD"/>
      </a:folHlink>
    </a:clrScheme>
    <a:fontScheme name="Anova">
      <a:majorFont>
        <a:latin typeface="Anova Bold"/>
        <a:ea typeface=""/>
        <a:cs typeface=""/>
      </a:majorFont>
      <a:minorFont>
        <a:latin typeface="A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252B48C136D414EB12EC6609A2B4A69" ma:contentTypeVersion="5" ma:contentTypeDescription="Create a new document." ma:contentTypeScope="" ma:versionID="c506d0840867f1adddbc926f9a8dfc6f">
  <xsd:schema xmlns:xsd="http://www.w3.org/2001/XMLSchema" xmlns:xs="http://www.w3.org/2001/XMLSchema" xmlns:p="http://schemas.microsoft.com/office/2006/metadata/properties" xmlns:ns2="d21cdafc-5a3a-425e-9674-4fb06b514c0e" xmlns:ns3="6e647c50-2143-4825-9865-d236e7692e65" targetNamespace="http://schemas.microsoft.com/office/2006/metadata/properties" ma:root="true" ma:fieldsID="0df08590ed69fcf4c72a3fc3581b1869" ns2:_="" ns3:_="">
    <xsd:import namespace="d21cdafc-5a3a-425e-9674-4fb06b514c0e"/>
    <xsd:import namespace="6e647c50-2143-4825-9865-d236e7692e65"/>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1cdafc-5a3a-425e-9674-4fb06b514c0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e647c50-2143-4825-9865-d236e7692e65"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2663518-7548-4643-8219-608BFF0DFA0C}">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schemas.openxmlformats.org/package/2006/metadata/core-properties"/>
    <ds:schemaRef ds:uri="http://purl.org/dc/terms/"/>
    <ds:schemaRef ds:uri="d21cdafc-5a3a-425e-9674-4fb06b514c0e"/>
    <ds:schemaRef ds:uri="http://www.w3.org/XML/1998/namespace"/>
    <ds:schemaRef ds:uri="6e647c50-2143-4825-9865-d236e7692e65"/>
    <ds:schemaRef ds:uri="http://purl.org/dc/dcmitype/"/>
  </ds:schemaRefs>
</ds:datastoreItem>
</file>

<file path=customXml/itemProps2.xml><?xml version="1.0" encoding="utf-8"?>
<ds:datastoreItem xmlns:ds="http://schemas.openxmlformats.org/officeDocument/2006/customXml" ds:itemID="{51779852-367B-483D-8C46-CF2C7DC5D261}">
  <ds:schemaRefs>
    <ds:schemaRef ds:uri="6e647c50-2143-4825-9865-d236e7692e65"/>
    <ds:schemaRef ds:uri="d21cdafc-5a3a-425e-9674-4fb06b514c0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3E925E4-5239-4639-A029-07B3CFD6A3F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EXTERNAL_Template_2023</Template>
  <TotalTime>38</TotalTime>
  <Words>580</Words>
  <Application>Microsoft Office PowerPoint</Application>
  <PresentationFormat>Custom</PresentationFormat>
  <Paragraphs>54</Paragraphs>
  <Slides>7</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7</vt:i4>
      </vt:variant>
    </vt:vector>
  </HeadingPairs>
  <TitlesOfParts>
    <vt:vector size="11" baseType="lpstr">
      <vt:lpstr>Anova Bold</vt:lpstr>
      <vt:lpstr>Anova Light</vt:lpstr>
      <vt:lpstr>SAS - EXTERNAL</vt:lpstr>
      <vt:lpstr>SAS - EXTERNAL - NDA</vt:lpstr>
      <vt:lpstr>Traffic Flow Simulation: Roundabouts vs. Signals</vt:lpstr>
      <vt:lpstr>Traffic Flow Simulation: Roundabouts vs. Signals </vt:lpstr>
      <vt:lpstr>Traffic Flow Simulation: Roundabouts vs. Signals</vt:lpstr>
      <vt:lpstr>Traffic Flow Simulation: Roundabouts vs. Signals</vt:lpstr>
      <vt:lpstr>Traffic Flow Simulation: Roundabouts vs. Signals</vt:lpstr>
      <vt:lpstr>Traffic Flow Simulation: Roundabouts vs. Signals</vt:lpstr>
      <vt:lpstr>Traffic Flow Simulation: Roundabouts vs. Signals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Atul Kachare</dc:creator>
  <cp:lastModifiedBy>Saspat Panda</cp:lastModifiedBy>
  <cp:revision>3</cp:revision>
  <dcterms:created xsi:type="dcterms:W3CDTF">2024-01-21T11:18:14Z</dcterms:created>
  <dcterms:modified xsi:type="dcterms:W3CDTF">2025-11-25T11:37:34Z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451006F2-8E20-4D4E-B05C-4B5D02827FD6</vt:lpwstr>
  </property>
  <property fmtid="{D5CDD505-2E9C-101B-9397-08002B2CF9AE}" pid="3" name="ArticulatePath">
    <vt:lpwstr>2020-Template-External</vt:lpwstr>
  </property>
  <property fmtid="{D5CDD505-2E9C-101B-9397-08002B2CF9AE}" pid="4" name="ContentTypeId">
    <vt:lpwstr>0x0101008252B48C136D414EB12EC6609A2B4A69</vt:lpwstr>
  </property>
</Properties>
</file>